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7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6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1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4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2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6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7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549B1-A610-43D1-A5B0-056A4580ADA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C22BD-644C-4D7B-9216-EC7A6A4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2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037" t="9103" r="35333" b="2875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445" t="24139" r="57333" b="26404"/>
          <a:stretch/>
        </p:blipFill>
        <p:spPr>
          <a:xfrm>
            <a:off x="-1" y="0"/>
            <a:ext cx="12192001" cy="689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6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870" t="31023" r="38695" b="215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3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935" t="11458" r="26777" b="17527"/>
          <a:stretch/>
        </p:blipFill>
        <p:spPr>
          <a:xfrm>
            <a:off x="0" y="0"/>
            <a:ext cx="12192000" cy="688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4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1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491" t="9828" r="54380" b="24049"/>
          <a:stretch/>
        </p:blipFill>
        <p:spPr>
          <a:xfrm>
            <a:off x="0" y="-1"/>
            <a:ext cx="12192000" cy="68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3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74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Sannidhya Biswas</dc:creator>
  <cp:lastModifiedBy>Sannidhya Biswas</cp:lastModifiedBy>
  <cp:revision>11</cp:revision>
  <dcterms:created xsi:type="dcterms:W3CDTF">2024-10-27T04:26:48Z</dcterms:created>
  <dcterms:modified xsi:type="dcterms:W3CDTF">2024-10-27T21:39:06Z</dcterms:modified>
</cp:coreProperties>
</file>