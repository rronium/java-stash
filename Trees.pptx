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8620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0895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41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1511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998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3952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19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81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2706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21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7CA71C-B7E1-474B-9E7B-C0356DD12856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31957-0EE0-4E21-99AC-6CA60116BC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77312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86609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922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09575" y="-228600"/>
            <a:ext cx="1301115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10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Sannidhya Biswas</dc:creator>
  <cp:lastModifiedBy>Sannidhya Biswas</cp:lastModifiedBy>
  <cp:revision>2</cp:revision>
  <dcterms:created xsi:type="dcterms:W3CDTF">2024-09-17T17:15:42Z</dcterms:created>
  <dcterms:modified xsi:type="dcterms:W3CDTF">2024-09-17T17:23:47Z</dcterms:modified>
</cp:coreProperties>
</file>